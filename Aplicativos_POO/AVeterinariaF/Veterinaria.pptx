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D92E3-C2F6-1E16-C1CC-A2B587E9DD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Veterinaria “Huella amiga’’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2C7E31-6FE6-84DD-2941-26DC734A5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6140" y="4356712"/>
            <a:ext cx="8813302" cy="1522667"/>
          </a:xfrm>
        </p:spPr>
        <p:txBody>
          <a:bodyPr>
            <a:normAutofit lnSpcReduction="10000"/>
          </a:bodyPr>
          <a:lstStyle/>
          <a:p>
            <a:pPr algn="l"/>
            <a:r>
              <a:rPr lang="es-ES" dirty="0"/>
              <a:t>Integrantes: </a:t>
            </a:r>
          </a:p>
          <a:p>
            <a:pPr algn="l"/>
            <a:r>
              <a:rPr lang="es-ES" dirty="0"/>
              <a:t>Andrés Francisco Pinta López</a:t>
            </a:r>
          </a:p>
          <a:p>
            <a:pPr algn="l"/>
            <a:r>
              <a:rPr lang="es-ES" dirty="0"/>
              <a:t>Paula Vanessa León Erazo</a:t>
            </a:r>
          </a:p>
          <a:p>
            <a:pPr algn="l"/>
            <a:r>
              <a:rPr lang="es-ES" dirty="0"/>
              <a:t>Julio Andrés Diaz Maigual</a:t>
            </a:r>
          </a:p>
          <a:p>
            <a:pPr algn="l"/>
            <a:endParaRPr lang="es-CO" u="sng" dirty="0"/>
          </a:p>
        </p:txBody>
      </p:sp>
      <p:pic>
        <p:nvPicPr>
          <p:cNvPr id="1026" name="Picture 2" descr="Logos para veterinarias">
            <a:extLst>
              <a:ext uri="{FF2B5EF4-FFF2-40B4-BE49-F238E27FC236}">
                <a16:creationId xmlns:a16="http://schemas.microsoft.com/office/drawing/2014/main" id="{592CE3F2-AB5F-6609-3DA4-92660CC99A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19"/>
          <a:stretch/>
        </p:blipFill>
        <p:spPr bwMode="auto">
          <a:xfrm>
            <a:off x="9322174" y="2479705"/>
            <a:ext cx="2618008" cy="187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cono de Huella">
            <a:extLst>
              <a:ext uri="{FF2B5EF4-FFF2-40B4-BE49-F238E27FC236}">
                <a16:creationId xmlns:a16="http://schemas.microsoft.com/office/drawing/2014/main" id="{9458557F-DC0F-6003-313D-51F94648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5431">
            <a:off x="10423989" y="5530943"/>
            <a:ext cx="771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cono de Huella">
            <a:extLst>
              <a:ext uri="{FF2B5EF4-FFF2-40B4-BE49-F238E27FC236}">
                <a16:creationId xmlns:a16="http://schemas.microsoft.com/office/drawing/2014/main" id="{28CB4DAD-BC3F-CA05-F0FF-8DDE85A82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6571">
            <a:off x="5471032" y="4536267"/>
            <a:ext cx="771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cono de Huella">
            <a:extLst>
              <a:ext uri="{FF2B5EF4-FFF2-40B4-BE49-F238E27FC236}">
                <a16:creationId xmlns:a16="http://schemas.microsoft.com/office/drawing/2014/main" id="{AD939A64-6DB4-3BC5-33A2-0D26B56A0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13731">
            <a:off x="4894617" y="842780"/>
            <a:ext cx="771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cono de Huella">
            <a:extLst>
              <a:ext uri="{FF2B5EF4-FFF2-40B4-BE49-F238E27FC236}">
                <a16:creationId xmlns:a16="http://schemas.microsoft.com/office/drawing/2014/main" id="{FC58EDE4-3253-52BF-F2B6-B795DD507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5431">
            <a:off x="7206511" y="4665266"/>
            <a:ext cx="771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cono de Huella">
            <a:extLst>
              <a:ext uri="{FF2B5EF4-FFF2-40B4-BE49-F238E27FC236}">
                <a16:creationId xmlns:a16="http://schemas.microsoft.com/office/drawing/2014/main" id="{3C295678-B49F-B1EE-F9CA-B639067E9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18271">
            <a:off x="9107862" y="1215424"/>
            <a:ext cx="771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cono de Huella">
            <a:extLst>
              <a:ext uri="{FF2B5EF4-FFF2-40B4-BE49-F238E27FC236}">
                <a16:creationId xmlns:a16="http://schemas.microsoft.com/office/drawing/2014/main" id="{790EB5D3-DE4E-3ADC-6F0B-FAF9AC8FB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093">
            <a:off x="13416830" y="2337736"/>
            <a:ext cx="264890" cy="264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Icono de Huella">
            <a:extLst>
              <a:ext uri="{FF2B5EF4-FFF2-40B4-BE49-F238E27FC236}">
                <a16:creationId xmlns:a16="http://schemas.microsoft.com/office/drawing/2014/main" id="{9DAD4F36-7F47-7283-73E5-3BA56E0FF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5431">
            <a:off x="3989037" y="5818203"/>
            <a:ext cx="771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ori, el perro con rostro humano">
            <a:extLst>
              <a:ext uri="{FF2B5EF4-FFF2-40B4-BE49-F238E27FC236}">
                <a16:creationId xmlns:a16="http://schemas.microsoft.com/office/drawing/2014/main" id="{722FF2E1-78C9-55E8-C441-1ED65637B4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1" t="205" r="21602"/>
          <a:stretch/>
        </p:blipFill>
        <p:spPr bwMode="auto">
          <a:xfrm>
            <a:off x="609600" y="267278"/>
            <a:ext cx="2724150" cy="2202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erro con traje | Perros, Trajes">
            <a:extLst>
              <a:ext uri="{FF2B5EF4-FFF2-40B4-BE49-F238E27FC236}">
                <a16:creationId xmlns:a16="http://schemas.microsoft.com/office/drawing/2014/main" id="{35E02801-4108-FA54-2E26-0A04C5BBB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7133" y="722344"/>
            <a:ext cx="905162" cy="160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65E9F47-4EA0-08B5-F7D9-3F85DD677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909" y="390025"/>
            <a:ext cx="1844200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2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589764F-1FDF-B3B5-DF3C-3363C6A86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3098" y="707239"/>
            <a:ext cx="8563256" cy="485227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66028C1-FA99-779A-909C-39FD83C78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2" y="128587"/>
            <a:ext cx="11649075" cy="660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89990"/>
      </p:ext>
    </p:extLst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TM04033917[[fn=Berlín]]</Template>
  <TotalTime>280</TotalTime>
  <Words>19</Words>
  <Application>Microsoft Office PowerPoint</Application>
  <PresentationFormat>Panorámica</PresentationFormat>
  <Paragraphs>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Trebuchet MS</vt:lpstr>
      <vt:lpstr>Berlín</vt:lpstr>
      <vt:lpstr>Veterinaria “Huella amiga’’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Veterinaria “Huella amiga’’</dc:title>
  <dc:creator>Paula León</dc:creator>
  <cp:lastModifiedBy>Adriana Elizabeth Diaz Maigual</cp:lastModifiedBy>
  <cp:revision>3</cp:revision>
  <dcterms:created xsi:type="dcterms:W3CDTF">2024-01-18T14:44:03Z</dcterms:created>
  <dcterms:modified xsi:type="dcterms:W3CDTF">2024-01-18T19:38:49Z</dcterms:modified>
</cp:coreProperties>
</file>